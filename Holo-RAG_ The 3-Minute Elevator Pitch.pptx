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2056019" y="-1222724"/>
            <a:ext cx="5032058" cy="5032058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" name="Title"/>
          <p:cNvSpPr/>
          <p:nvPr/>
        </p:nvSpPr>
        <p:spPr>
          <a:xfrm>
            <a:off x="758381" y="2122408"/>
            <a:ext cx="7620000" cy="898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2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Holo-RAG: Recovering Lost Reality Through AI</a:t>
            </a:r>
            <a:endParaRPr lang="en-US" sz="3026" dirty="0"/>
          </a:p>
        </p:txBody>
      </p:sp>
      <p:sp>
        <p:nvSpPr>
          <p:cNvPr id="4" name="StaticPath"/>
          <p:cNvSpPr/>
          <p:nvPr/>
        </p:nvSpPr>
        <p:spPr>
          <a:xfrm>
            <a:off x="7190137" y="3357658"/>
            <a:ext cx="2394585" cy="239458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5" name="StaticPath"/>
          <p:cNvSpPr/>
          <p:nvPr/>
        </p:nvSpPr>
        <p:spPr>
          <a:xfrm>
            <a:off x="-957929" y="-1222724"/>
            <a:ext cx="1991678" cy="1991677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6" name="StaticPath"/>
          <p:cNvSpPr/>
          <p:nvPr/>
        </p:nvSpPr>
        <p:spPr>
          <a:xfrm>
            <a:off x="303609" y="4340114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taticPath"/>
          <p:cNvSpPr/>
          <p:nvPr/>
        </p:nvSpPr>
        <p:spPr>
          <a:xfrm>
            <a:off x="939165" y="4348163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taticPath"/>
          <p:cNvSpPr/>
          <p:nvPr/>
        </p:nvSpPr>
        <p:spPr>
          <a:xfrm>
            <a:off x="620268" y="4338923"/>
            <a:ext cx="571500" cy="571500"/>
          </a:xfrm>
          <a:prstGeom prst="ellipse">
            <a:avLst/>
          </a:prstGeom>
          <a:solidFill>
            <a:srgbClr val="FF98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The Hook: The Lost Reality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The Challenge: The Phase Problem</a:t>
            </a:r>
            <a:endParaRPr lang="en-US" sz="1377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In physics, the 'Phase Problem' occurs when we can measure only intensity, not phase, leading to incomplete images at the micro-scale. It’s like seeing static instead of structure.</a:t>
            </a:r>
            <a:endParaRPr lang="en-US" sz="1279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Why It Matters</a:t>
            </a:r>
            <a:endParaRPr lang="en-US" sz="1377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Without phase data, microchip analysis, material imaging, and holography fail to show real-world accuracy.</a:t>
            </a:r>
            <a:endParaRPr lang="en-US" sz="1279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The Vision</a:t>
            </a:r>
            <a:endParaRPr lang="en-US" sz="1377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7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Imagine if AI could restore that lost phase—revealing the hidden structures of our physical world.</a:t>
            </a:r>
            <a:endParaRPr lang="en-US" sz="1279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68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The Solution: Holo-RAG Pipeline</a:t>
            </a:r>
            <a:endParaRPr lang="en-US" sz="1868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Physics Meets AI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6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Holo-RAG integrates a custom U-Net with a physics-based model to reconstruct holographic data in real time. It bridges physics and generative AI.</a:t>
            </a:r>
            <a:endParaRPr lang="en-US" sz="1306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6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Raw holographic data is fed into the U-Net, which learns to reverse the Fourier Transform and recover lost phase information.</a:t>
            </a:r>
            <a:endParaRPr lang="en-US" sz="1306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Impact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6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This pipeline enables clear, accurate reconstructions of microscopic structures—turning noise into knowledge.</a:t>
            </a:r>
            <a:endParaRPr lang="en-US" sz="1306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AI Inverting Physics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The Demo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AI model takes noisy holographic inputs and reconstructs crisp, clear images in real-time, effectively inverting physical processes.</a:t>
            </a:r>
            <a:endParaRPr lang="en-US" sz="1334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The Proof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Input: chaotic interference patterns. Output: precise reconstruction of the object.</a:t>
            </a:r>
            <a:endParaRPr lang="en-US" sz="1334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The Breakthrough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This proves that AI can learn the physics of diffraction and inversion, not just data patterns.</a:t>
            </a:r>
            <a:endParaRPr lang="en-US" sz="1334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The RAG Connection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Beyond Reconstruction</a:t>
            </a:r>
            <a:endParaRPr lang="en-US" sz="14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Once the object is reconstructed, Holo-RAG links it to relevant technical knowledge using Retrieval-Augmented Generation (RAG).</a:t>
            </a:r>
            <a:endParaRPr lang="en-US" sz="132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Multimodal RAG</a:t>
            </a:r>
            <a:endParaRPr lang="en-US" sz="14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This system doesn’t just see—it understands. Visual data becomes a query to fetch text-based knowledge from scientific databases.</a:t>
            </a:r>
            <a:endParaRPr lang="en-US" sz="132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Fusion of Physics and AI</a:t>
            </a:r>
            <a:endParaRPr lang="en-US" sz="14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By combining physical reality and semantic knowledge, Holo-RAG bridges the gap between perception and understanding.</a:t>
            </a:r>
            <a:endParaRPr lang="en-US" sz="1327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-842581" y="437150"/>
            <a:ext cx="4014788" cy="4014788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" name="Title"/>
          <p:cNvSpPr/>
          <p:nvPr/>
        </p:nvSpPr>
        <p:spPr>
          <a:xfrm>
            <a:off x="285417" y="2160080"/>
            <a:ext cx="3467148" cy="823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74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Conclusion: The Future of Holo-RAG</a:t>
            </a:r>
            <a:endParaRPr lang="en-US" sz="2474" dirty="0"/>
          </a:p>
        </p:txBody>
      </p:sp>
      <p:sp>
        <p:nvSpPr>
          <p:cNvPr id="4" name="StaticPath"/>
          <p:cNvSpPr/>
          <p:nvPr/>
        </p:nvSpPr>
        <p:spPr>
          <a:xfrm>
            <a:off x="6677739" y="195072"/>
            <a:ext cx="911543" cy="91154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taticPath"/>
          <p:cNvSpPr/>
          <p:nvPr/>
        </p:nvSpPr>
        <p:spPr>
          <a:xfrm>
            <a:off x="7963376" y="4002548"/>
            <a:ext cx="677228" cy="67722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StaticPath"/>
          <p:cNvSpPr/>
          <p:nvPr/>
        </p:nvSpPr>
        <p:spPr>
          <a:xfrm>
            <a:off x="-1162717" y="-991076"/>
            <a:ext cx="2514600" cy="2514600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7" name="Question topic"/>
          <p:cNvSpPr/>
          <p:nvPr/>
        </p:nvSpPr>
        <p:spPr>
          <a:xfrm>
            <a:off x="2950607" y="689991"/>
            <a:ext cx="2286000" cy="30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Bringing Generative AI to the Hard Sciences</a:t>
            </a:r>
            <a:endParaRPr lang="en-US" sz="944" dirty="0"/>
          </a:p>
        </p:txBody>
      </p:sp>
      <p:sp>
        <p:nvSpPr>
          <p:cNvPr id="8" name="Text"/>
          <p:cNvSpPr/>
          <p:nvPr/>
        </p:nvSpPr>
        <p:spPr>
          <a:xfrm>
            <a:off x="5193649" y="2192369"/>
            <a:ext cx="2810589" cy="1431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Holo-RAG demonstrates that AI can recover lost physical information and fuse it with knowledge retrieval. This is the next step in merging data-driven and physics-based intelligence.</a:t>
            </a:r>
            <a:endParaRPr lang="en-US" sz="971" dirty="0"/>
          </a:p>
        </p:txBody>
      </p:sp>
      <p:sp>
        <p:nvSpPr>
          <p:cNvPr id="9" name="Question"/>
          <p:cNvSpPr/>
          <p:nvPr/>
        </p:nvSpPr>
        <p:spPr>
          <a:xfrm>
            <a:off x="5408343" y="1518428"/>
            <a:ext cx="2381250" cy="258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What’s Next for Physics-Informed AI?</a:t>
            </a:r>
            <a:endParaRPr lang="en-US" sz="1193" dirty="0"/>
          </a:p>
        </p:txBody>
      </p:sp>
      <p:sp>
        <p:nvSpPr>
          <p:cNvPr id="10" name="StaticPath"/>
          <p:cNvSpPr/>
          <p:nvPr/>
        </p:nvSpPr>
        <p:spPr>
          <a:xfrm>
            <a:off x="2976229" y="323231"/>
            <a:ext cx="2128838" cy="1020128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2025-12-15T23:24:21Z</dcterms:created>
  <dcterms:modified xsi:type="dcterms:W3CDTF">2025-12-15T23:24:21Z</dcterms:modified>
</cp:coreProperties>
</file>